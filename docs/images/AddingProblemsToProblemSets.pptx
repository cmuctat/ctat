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058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8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646133"/>
            <a:ext cx="8549640" cy="350181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5282989"/>
            <a:ext cx="7543800" cy="242845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3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4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2507618"/>
            <a:ext cx="8675370" cy="418401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6731215"/>
            <a:ext cx="8675370" cy="220027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5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677584"/>
            <a:ext cx="4274820" cy="63819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677584"/>
            <a:ext cx="4274820" cy="63819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4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35519"/>
            <a:ext cx="8675370" cy="194415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2465706"/>
            <a:ext cx="4255174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3674110"/>
            <a:ext cx="4255174" cy="54040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2465706"/>
            <a:ext cx="4276130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3674110"/>
            <a:ext cx="4276130" cy="54040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7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6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63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448226"/>
            <a:ext cx="5092065" cy="71479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448226"/>
            <a:ext cx="5092065" cy="71479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2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535517"/>
            <a:ext cx="2168843" cy="8524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535517"/>
            <a:ext cx="6380798" cy="852402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535519"/>
            <a:ext cx="867537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677584"/>
            <a:ext cx="867537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B7282-C58C-4631-BD94-5FA7A26E1D7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9322649"/>
            <a:ext cx="339471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80546-0605-4D64-9F49-941D5FEA6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7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675796" y="361954"/>
            <a:ext cx="8756493" cy="8883646"/>
            <a:chOff x="675796" y="361954"/>
            <a:chExt cx="8756493" cy="8883646"/>
          </a:xfrm>
        </p:grpSpPr>
        <p:grpSp>
          <p:nvGrpSpPr>
            <p:cNvPr id="12" name="Group 11"/>
            <p:cNvGrpSpPr/>
            <p:nvPr/>
          </p:nvGrpSpPr>
          <p:grpSpPr>
            <a:xfrm>
              <a:off x="675802" y="361954"/>
              <a:ext cx="8706803" cy="2285999"/>
              <a:chOff x="675802" y="1543054"/>
              <a:chExt cx="8706803" cy="228599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/>
              <a:srcRect t="17759" b="61099"/>
              <a:stretch/>
            </p:blipFill>
            <p:spPr>
              <a:xfrm>
                <a:off x="675802" y="1543054"/>
                <a:ext cx="8706803" cy="2285999"/>
              </a:xfrm>
              <a:prstGeom prst="rect">
                <a:avLst/>
              </a:prstGeom>
            </p:spPr>
          </p:pic>
          <p:sp>
            <p:nvSpPr>
              <p:cNvPr id="5" name="Oval 4"/>
              <p:cNvSpPr/>
              <p:nvPr/>
            </p:nvSpPr>
            <p:spPr>
              <a:xfrm>
                <a:off x="2072642" y="3268984"/>
                <a:ext cx="1257301" cy="354329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0584" tIns="50293" rIns="100584" bIns="5029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81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675800" y="3328675"/>
              <a:ext cx="8706803" cy="2880357"/>
              <a:chOff x="675800" y="4103375"/>
              <a:chExt cx="8706803" cy="2880357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675800" y="4103375"/>
                <a:ext cx="8706803" cy="2880357"/>
                <a:chOff x="2138362" y="862448"/>
                <a:chExt cx="7915275" cy="2618506"/>
              </a:xfrm>
            </p:grpSpPr>
            <p:pic>
              <p:nvPicPr>
                <p:cNvPr id="6" name="Picture 5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7125" b="65538"/>
                <a:stretch/>
              </p:blipFill>
              <p:spPr>
                <a:xfrm>
                  <a:off x="2138362" y="862448"/>
                  <a:ext cx="7915275" cy="1704110"/>
                </a:xfrm>
                <a:prstGeom prst="rect">
                  <a:avLst/>
                </a:prstGeom>
              </p:spPr>
            </p:pic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88372"/>
                <a:stretch/>
              </p:blipFill>
              <p:spPr>
                <a:xfrm>
                  <a:off x="2138362" y="2337955"/>
                  <a:ext cx="7915275" cy="1142999"/>
                </a:xfrm>
                <a:prstGeom prst="rect">
                  <a:avLst/>
                </a:prstGeom>
              </p:spPr>
            </p:pic>
          </p:grpSp>
          <p:sp>
            <p:nvSpPr>
              <p:cNvPr id="9" name="Oval 8"/>
              <p:cNvSpPr/>
              <p:nvPr/>
            </p:nvSpPr>
            <p:spPr>
              <a:xfrm>
                <a:off x="4918712" y="6320791"/>
                <a:ext cx="1478277" cy="575304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0584" tIns="50293" rIns="100584" bIns="5029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81"/>
              </a:p>
            </p:txBody>
          </p:sp>
        </p:grpSp>
        <p:sp>
          <p:nvSpPr>
            <p:cNvPr id="13" name="Down Arrow 12"/>
            <p:cNvSpPr/>
            <p:nvPr/>
          </p:nvSpPr>
          <p:spPr>
            <a:xfrm>
              <a:off x="4584700" y="2692400"/>
              <a:ext cx="914400" cy="3937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675796" y="6991353"/>
              <a:ext cx="8756493" cy="2254247"/>
              <a:chOff x="675796" y="7029453"/>
              <a:chExt cx="8756493" cy="2254247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4"/>
              <a:srcRect t="17231" b="68076"/>
              <a:stretch/>
            </p:blipFill>
            <p:spPr>
              <a:xfrm>
                <a:off x="675800" y="7029453"/>
                <a:ext cx="8706803" cy="1588771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5"/>
              <a:srcRect t="91990"/>
              <a:stretch/>
            </p:blipFill>
            <p:spPr>
              <a:xfrm>
                <a:off x="675796" y="8496300"/>
                <a:ext cx="8706808" cy="787400"/>
              </a:xfrm>
              <a:prstGeom prst="rect">
                <a:avLst/>
              </a:prstGeom>
            </p:spPr>
          </p:pic>
          <p:sp>
            <p:nvSpPr>
              <p:cNvPr id="16" name="Oval 15"/>
              <p:cNvSpPr/>
              <p:nvPr/>
            </p:nvSpPr>
            <p:spPr>
              <a:xfrm>
                <a:off x="8559800" y="8877300"/>
                <a:ext cx="872489" cy="381000"/>
              </a:xfrm>
              <a:prstGeom prst="ellipse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0584" tIns="50293" rIns="100584" bIns="5029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981"/>
              </a:p>
            </p:txBody>
          </p:sp>
        </p:grpSp>
        <p:sp>
          <p:nvSpPr>
            <p:cNvPr id="17" name="Down Arrow 16"/>
            <p:cNvSpPr/>
            <p:nvPr/>
          </p:nvSpPr>
          <p:spPr>
            <a:xfrm>
              <a:off x="4559300" y="6362700"/>
              <a:ext cx="914400" cy="3937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7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Sewall</dc:creator>
  <cp:lastModifiedBy>Jonathan Sewall</cp:lastModifiedBy>
  <cp:revision>4</cp:revision>
  <dcterms:created xsi:type="dcterms:W3CDTF">2025-10-22T15:43:26Z</dcterms:created>
  <dcterms:modified xsi:type="dcterms:W3CDTF">2025-10-22T18:53:50Z</dcterms:modified>
</cp:coreProperties>
</file>