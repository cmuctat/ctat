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1" autoAdjust="0"/>
    <p:restoredTop sz="90541" autoAdjust="0"/>
  </p:normalViewPr>
  <p:slideViewPr>
    <p:cSldViewPr snapToGrid="0">
      <p:cViewPr varScale="1">
        <p:scale>
          <a:sx n="74" d="100"/>
          <a:sy n="74" d="100"/>
        </p:scale>
        <p:origin x="1282" y="427"/>
      </p:cViewPr>
      <p:guideLst/>
    </p:cSldViewPr>
  </p:slideViewPr>
  <p:notesTextViewPr>
    <p:cViewPr>
      <p:scale>
        <a:sx n="1" d="1"/>
        <a:sy n="1" d="1"/>
      </p:scale>
      <p:origin x="0" y="-23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0729C-EBAF-4F0E-AAA8-6D9F09FD5E6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BD0F6-AF62-46B4-8BD3-9D121EDA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3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In the HTML</a:t>
            </a:r>
            <a:r>
              <a:rPr lang="en-US" baseline="0" dirty="0" smtClean="0"/>
              <a:t> Editor, p</a:t>
            </a:r>
            <a:r>
              <a:rPr lang="en-US" dirty="0" smtClean="0"/>
              <a:t>lace</a:t>
            </a:r>
            <a:r>
              <a:rPr lang="en-US" baseline="0" dirty="0" smtClean="0"/>
              <a:t> a </a:t>
            </a:r>
            <a:r>
              <a:rPr lang="en-US" baseline="0" dirty="0" err="1" smtClean="0"/>
              <a:t>CTATTextField</a:t>
            </a:r>
            <a:r>
              <a:rPr lang="en-US" baseline="0" dirty="0" smtClean="0"/>
              <a:t> instance onto the page; set its ID to “</a:t>
            </a:r>
            <a:r>
              <a:rPr lang="en-US" baseline="0" dirty="0" err="1" smtClean="0"/>
              <a:t>desc</a:t>
            </a:r>
            <a:r>
              <a:rPr lang="en-US" baseline="0" dirty="0" smtClean="0"/>
              <a:t>”.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Launch the student interface (.html file) with a behavior graph (.</a:t>
            </a:r>
            <a:r>
              <a:rPr lang="en-US" baseline="0" dirty="0" err="1" smtClean="0"/>
              <a:t>brd</a:t>
            </a:r>
            <a:r>
              <a:rPr lang="en-US" baseline="0" dirty="0" smtClean="0"/>
              <a:t> file) and choose Set Initial Values mode.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Type the </a:t>
            </a:r>
            <a:r>
              <a:rPr lang="en-US" i="1" baseline="0" dirty="0" smtClean="0"/>
              <a:t>text-you-want</a:t>
            </a:r>
            <a:r>
              <a:rPr lang="en-US" baseline="0" dirty="0" smtClean="0"/>
              <a:t> for this problem in this </a:t>
            </a:r>
            <a:r>
              <a:rPr lang="en-US" baseline="0" dirty="0" err="1" smtClean="0"/>
              <a:t>CTATTextField</a:t>
            </a:r>
            <a:r>
              <a:rPr lang="en-US" baseline="0" dirty="0" smtClean="0"/>
              <a:t> instance on the running student interface.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A new link will be added whose (selection, action, input) will be (“</a:t>
            </a:r>
            <a:r>
              <a:rPr lang="en-US" baseline="0" dirty="0" err="1" smtClean="0"/>
              <a:t>desc</a:t>
            </a:r>
            <a:r>
              <a:rPr lang="en-US" baseline="0" dirty="0" smtClean="0"/>
              <a:t>”, “</a:t>
            </a:r>
            <a:r>
              <a:rPr lang="en-US" baseline="0" dirty="0" err="1" smtClean="0"/>
              <a:t>UpdateTextField</a:t>
            </a:r>
            <a:r>
              <a:rPr lang="en-US" baseline="0" dirty="0" smtClean="0"/>
              <a:t>”, </a:t>
            </a:r>
            <a:r>
              <a:rPr lang="en-US" i="1" baseline="0" dirty="0" smtClean="0"/>
              <a:t>“</a:t>
            </a:r>
            <a:r>
              <a:rPr lang="en-US" i="1" baseline="0" dirty="0" smtClean="0"/>
              <a:t>text-you-want</a:t>
            </a:r>
            <a:r>
              <a:rPr lang="en-US" i="1" baseline="0" dirty="0" smtClean="0"/>
              <a:t>”</a:t>
            </a:r>
            <a:r>
              <a:rPr lang="en-US" i="0" baseline="0" dirty="0" smtClean="0"/>
              <a:t>). Further edits on the student interface should revise this link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ABD0F6-AF62-46B4-8BD3-9D121EDAEC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1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1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2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9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9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0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2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6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1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6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259AB-5784-4257-AC1B-5B584F2B643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A50DA-4CD8-4956-AF13-AE192BB9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5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981325" y="-1456426"/>
            <a:ext cx="18247205" cy="9753600"/>
            <a:chOff x="-2981325" y="-1456426"/>
            <a:chExt cx="18247205" cy="975360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981325" y="-1456426"/>
              <a:ext cx="18154650" cy="9753600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-602673" y="1049482"/>
              <a:ext cx="4145973" cy="4156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-994914" y="767749"/>
              <a:ext cx="4825043" cy="940281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rgbClr val="C00000"/>
                  </a:solidFill>
                </a:rPr>
                <a:t>3</a:t>
              </a:r>
              <a:endParaRPr lang="en-US" sz="3200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5934974" y="247288"/>
              <a:ext cx="2126410" cy="58947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rgbClr val="C00000"/>
                  </a:solidFill>
                </a:rPr>
                <a:t>2</a:t>
              </a:r>
              <a:endParaRPr lang="en-US" sz="320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7297946" y="3329796"/>
              <a:ext cx="2682817" cy="71599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rgbClr val="C00000"/>
                  </a:solidFill>
                </a:rPr>
                <a:t>4</a:t>
              </a:r>
              <a:endParaRPr lang="en-US" sz="32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12583063" y="950472"/>
              <a:ext cx="2682817" cy="71599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smtClean="0">
                  <a:solidFill>
                    <a:srgbClr val="C00000"/>
                  </a:solidFill>
                </a:rPr>
                <a:t>1</a:t>
              </a:r>
              <a:endParaRPr lang="en-US" sz="3600" b="1" dirty="0">
                <a:solidFill>
                  <a:srgbClr val="C00000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462645" y="1226127"/>
              <a:ext cx="9144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8853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Sewall</dc:creator>
  <cp:lastModifiedBy>Jonathan Sewall</cp:lastModifiedBy>
  <cp:revision>5</cp:revision>
  <dcterms:created xsi:type="dcterms:W3CDTF">2025-10-09T02:26:01Z</dcterms:created>
  <dcterms:modified xsi:type="dcterms:W3CDTF">2025-10-22T19:29:38Z</dcterms:modified>
</cp:coreProperties>
</file>