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6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1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3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4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8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2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2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4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17439-D79C-43BD-816F-33846856CAA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0ED46-B845-4905-AD31-603E0A5FB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9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552575" y="8698"/>
            <a:ext cx="9086850" cy="3195909"/>
            <a:chOff x="1552575" y="8698"/>
            <a:chExt cx="9086850" cy="319590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/>
            <a:srcRect t="20302"/>
            <a:stretch/>
          </p:blipFill>
          <p:spPr>
            <a:xfrm>
              <a:off x="1552575" y="8698"/>
              <a:ext cx="9086850" cy="3195909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3108960" y="1010192"/>
              <a:ext cx="783771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318176" y="2756261"/>
              <a:ext cx="1262742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80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0" y="1985554"/>
            <a:ext cx="9144000" cy="3634196"/>
            <a:chOff x="1524000" y="1985554"/>
            <a:chExt cx="9144000" cy="363419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t="17056"/>
            <a:stretch/>
          </p:blipFill>
          <p:spPr>
            <a:xfrm>
              <a:off x="1524000" y="1985554"/>
              <a:ext cx="9144000" cy="3634196"/>
            </a:xfrm>
            <a:prstGeom prst="rect">
              <a:avLst/>
            </a:prstGeom>
          </p:spPr>
        </p:pic>
        <p:sp>
          <p:nvSpPr>
            <p:cNvPr id="4" name="Oval 3"/>
            <p:cNvSpPr/>
            <p:nvPr/>
          </p:nvSpPr>
          <p:spPr>
            <a:xfrm>
              <a:off x="8168647" y="4406530"/>
              <a:ext cx="905688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rgbClr val="C00000"/>
                  </a:solidFill>
                </a:rPr>
                <a:t>Copy</a:t>
              </a:r>
              <a:endParaRPr lang="en-US" sz="1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0166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552575" y="2333897"/>
            <a:ext cx="9086850" cy="3009628"/>
            <a:chOff x="1552575" y="2333897"/>
            <a:chExt cx="9086850" cy="300962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t="21400"/>
            <a:stretch/>
          </p:blipFill>
          <p:spPr>
            <a:xfrm>
              <a:off x="1552575" y="2333897"/>
              <a:ext cx="9086850" cy="3009628"/>
            </a:xfrm>
            <a:prstGeom prst="rect">
              <a:avLst/>
            </a:prstGeom>
          </p:spPr>
        </p:pic>
        <p:sp>
          <p:nvSpPr>
            <p:cNvPr id="4" name="Oval 3"/>
            <p:cNvSpPr/>
            <p:nvPr/>
          </p:nvSpPr>
          <p:spPr>
            <a:xfrm>
              <a:off x="9849394" y="4898564"/>
              <a:ext cx="775066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6008914" y="3627119"/>
              <a:ext cx="2786743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1637211" y="3644537"/>
              <a:ext cx="3065417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374678" y="4406530"/>
              <a:ext cx="905688" cy="365760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rgbClr val="C00000"/>
                  </a:solidFill>
                </a:rPr>
                <a:t>Paste</a:t>
              </a:r>
              <a:endParaRPr lang="en-US" sz="14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447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Sewall</dc:creator>
  <cp:lastModifiedBy>Jonathan Sewall</cp:lastModifiedBy>
  <cp:revision>6</cp:revision>
  <dcterms:created xsi:type="dcterms:W3CDTF">2025-10-27T14:44:25Z</dcterms:created>
  <dcterms:modified xsi:type="dcterms:W3CDTF">2025-10-27T15:30:26Z</dcterms:modified>
</cp:coreProperties>
</file>